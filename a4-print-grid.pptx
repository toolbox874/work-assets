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368">
          <p15:clr>
            <a:srgbClr val="747775"/>
          </p15:clr>
        </p15:guide>
        <p15:guide id="2" pos="238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368" orient="horz"/>
        <p:guide pos="2381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57712" y="1547778"/>
            <a:ext cx="7044600" cy="426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57705" y="5891409"/>
            <a:ext cx="7044600" cy="16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257705" y="4471058"/>
            <a:ext cx="7044600" cy="174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57705" y="2395696"/>
            <a:ext cx="3306900" cy="71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3995291" y="2395696"/>
            <a:ext cx="3306900" cy="71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257705" y="1154948"/>
            <a:ext cx="2321700" cy="157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257705" y="2888617"/>
            <a:ext cx="2321700" cy="66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05325" y="935745"/>
            <a:ext cx="5264700" cy="85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780000" y="-260"/>
            <a:ext cx="3780000" cy="1069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19508" y="2563450"/>
            <a:ext cx="3344400" cy="308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19508" y="5826865"/>
            <a:ext cx="3344400" cy="256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083839" y="1505164"/>
            <a:ext cx="3172200" cy="76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257705" y="8794266"/>
            <a:ext cx="4959600" cy="125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257705" y="2299346"/>
            <a:ext cx="7044600" cy="408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257705" y="6552657"/>
            <a:ext cx="7044600" cy="27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cxnSp>
        <p:nvCxnSpPr>
          <p:cNvPr id="55" name="Google Shape;55;p13"/>
          <p:cNvCxnSpPr/>
          <p:nvPr/>
        </p:nvCxnSpPr>
        <p:spPr>
          <a:xfrm>
            <a:off x="180000" y="0"/>
            <a:ext cx="0" cy="10692000"/>
          </a:xfrm>
          <a:prstGeom prst="straightConnector1">
            <a:avLst/>
          </a:prstGeom>
          <a:noFill/>
          <a:ln cap="flat" cmpd="sng" w="4450">
            <a:solidFill>
              <a:srgbClr val="D6D6D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" name="Google Shape;56;p13"/>
          <p:cNvCxnSpPr/>
          <p:nvPr/>
        </p:nvCxnSpPr>
        <p:spPr>
          <a:xfrm>
            <a:off x="360000" y="0"/>
            <a:ext cx="0" cy="10692000"/>
          </a:xfrm>
          <a:prstGeom prst="straightConnector1">
            <a:avLst/>
          </a:prstGeom>
          <a:noFill/>
          <a:ln cap="flat" cmpd="sng" w="101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" name="Google Shape;57;p13"/>
          <p:cNvCxnSpPr/>
          <p:nvPr/>
        </p:nvCxnSpPr>
        <p:spPr>
          <a:xfrm>
            <a:off x="540000" y="0"/>
            <a:ext cx="0" cy="10692000"/>
          </a:xfrm>
          <a:prstGeom prst="straightConnector1">
            <a:avLst/>
          </a:prstGeom>
          <a:noFill/>
          <a:ln cap="flat" cmpd="sng" w="4450">
            <a:solidFill>
              <a:srgbClr val="D6D6D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" name="Google Shape;58;p13"/>
          <p:cNvCxnSpPr/>
          <p:nvPr/>
        </p:nvCxnSpPr>
        <p:spPr>
          <a:xfrm>
            <a:off x="720000" y="0"/>
            <a:ext cx="0" cy="10692000"/>
          </a:xfrm>
          <a:prstGeom prst="straightConnector1">
            <a:avLst/>
          </a:prstGeom>
          <a:noFill/>
          <a:ln cap="flat" cmpd="sng" w="101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" name="Google Shape;59;p13"/>
          <p:cNvCxnSpPr/>
          <p:nvPr/>
        </p:nvCxnSpPr>
        <p:spPr>
          <a:xfrm>
            <a:off x="900000" y="0"/>
            <a:ext cx="0" cy="10692000"/>
          </a:xfrm>
          <a:prstGeom prst="straightConnector1">
            <a:avLst/>
          </a:prstGeom>
          <a:noFill/>
          <a:ln cap="flat" cmpd="sng" w="4450">
            <a:solidFill>
              <a:srgbClr val="D6D6D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" name="Google Shape;60;p13"/>
          <p:cNvCxnSpPr/>
          <p:nvPr/>
        </p:nvCxnSpPr>
        <p:spPr>
          <a:xfrm>
            <a:off x="1080000" y="0"/>
            <a:ext cx="0" cy="10692000"/>
          </a:xfrm>
          <a:prstGeom prst="straightConnector1">
            <a:avLst/>
          </a:prstGeom>
          <a:noFill/>
          <a:ln cap="flat" cmpd="sng" w="101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" name="Google Shape;61;p13"/>
          <p:cNvCxnSpPr/>
          <p:nvPr/>
        </p:nvCxnSpPr>
        <p:spPr>
          <a:xfrm>
            <a:off x="1260000" y="0"/>
            <a:ext cx="0" cy="10692000"/>
          </a:xfrm>
          <a:prstGeom prst="straightConnector1">
            <a:avLst/>
          </a:prstGeom>
          <a:noFill/>
          <a:ln cap="flat" cmpd="sng" w="4450">
            <a:solidFill>
              <a:srgbClr val="D6D6D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" name="Google Shape;62;p13"/>
          <p:cNvCxnSpPr/>
          <p:nvPr/>
        </p:nvCxnSpPr>
        <p:spPr>
          <a:xfrm>
            <a:off x="1440000" y="0"/>
            <a:ext cx="0" cy="10692000"/>
          </a:xfrm>
          <a:prstGeom prst="straightConnector1">
            <a:avLst/>
          </a:prstGeom>
          <a:noFill/>
          <a:ln cap="flat" cmpd="sng" w="101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" name="Google Shape;63;p13"/>
          <p:cNvCxnSpPr/>
          <p:nvPr/>
        </p:nvCxnSpPr>
        <p:spPr>
          <a:xfrm>
            <a:off x="1620000" y="0"/>
            <a:ext cx="0" cy="10692000"/>
          </a:xfrm>
          <a:prstGeom prst="straightConnector1">
            <a:avLst/>
          </a:prstGeom>
          <a:noFill/>
          <a:ln cap="flat" cmpd="sng" w="4450">
            <a:solidFill>
              <a:srgbClr val="D6D6D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" name="Google Shape;64;p13"/>
          <p:cNvCxnSpPr/>
          <p:nvPr/>
        </p:nvCxnSpPr>
        <p:spPr>
          <a:xfrm>
            <a:off x="1800000" y="0"/>
            <a:ext cx="0" cy="10692000"/>
          </a:xfrm>
          <a:prstGeom prst="straightConnector1">
            <a:avLst/>
          </a:prstGeom>
          <a:noFill/>
          <a:ln cap="flat" cmpd="sng" w="101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" name="Google Shape;65;p13"/>
          <p:cNvCxnSpPr/>
          <p:nvPr/>
        </p:nvCxnSpPr>
        <p:spPr>
          <a:xfrm>
            <a:off x="1980000" y="0"/>
            <a:ext cx="0" cy="10692000"/>
          </a:xfrm>
          <a:prstGeom prst="straightConnector1">
            <a:avLst/>
          </a:prstGeom>
          <a:noFill/>
          <a:ln cap="flat" cmpd="sng" w="4450">
            <a:solidFill>
              <a:srgbClr val="D6D6D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" name="Google Shape;66;p13"/>
          <p:cNvCxnSpPr/>
          <p:nvPr/>
        </p:nvCxnSpPr>
        <p:spPr>
          <a:xfrm>
            <a:off x="2160000" y="0"/>
            <a:ext cx="0" cy="10692000"/>
          </a:xfrm>
          <a:prstGeom prst="straightConnector1">
            <a:avLst/>
          </a:prstGeom>
          <a:noFill/>
          <a:ln cap="flat" cmpd="sng" w="101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" name="Google Shape;67;p13"/>
          <p:cNvCxnSpPr/>
          <p:nvPr/>
        </p:nvCxnSpPr>
        <p:spPr>
          <a:xfrm>
            <a:off x="2340000" y="0"/>
            <a:ext cx="0" cy="10692000"/>
          </a:xfrm>
          <a:prstGeom prst="straightConnector1">
            <a:avLst/>
          </a:prstGeom>
          <a:noFill/>
          <a:ln cap="flat" cmpd="sng" w="4450">
            <a:solidFill>
              <a:srgbClr val="D6D6D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" name="Google Shape;68;p13"/>
          <p:cNvCxnSpPr/>
          <p:nvPr/>
        </p:nvCxnSpPr>
        <p:spPr>
          <a:xfrm>
            <a:off x="2520000" y="0"/>
            <a:ext cx="0" cy="10692000"/>
          </a:xfrm>
          <a:prstGeom prst="straightConnector1">
            <a:avLst/>
          </a:prstGeom>
          <a:noFill/>
          <a:ln cap="flat" cmpd="sng" w="101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" name="Google Shape;69;p13"/>
          <p:cNvCxnSpPr/>
          <p:nvPr/>
        </p:nvCxnSpPr>
        <p:spPr>
          <a:xfrm>
            <a:off x="2700000" y="0"/>
            <a:ext cx="0" cy="10692000"/>
          </a:xfrm>
          <a:prstGeom prst="straightConnector1">
            <a:avLst/>
          </a:prstGeom>
          <a:noFill/>
          <a:ln cap="flat" cmpd="sng" w="4450">
            <a:solidFill>
              <a:srgbClr val="D6D6D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" name="Google Shape;70;p13"/>
          <p:cNvCxnSpPr/>
          <p:nvPr/>
        </p:nvCxnSpPr>
        <p:spPr>
          <a:xfrm>
            <a:off x="2880000" y="0"/>
            <a:ext cx="0" cy="10692000"/>
          </a:xfrm>
          <a:prstGeom prst="straightConnector1">
            <a:avLst/>
          </a:prstGeom>
          <a:noFill/>
          <a:ln cap="flat" cmpd="sng" w="101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" name="Google Shape;71;p13"/>
          <p:cNvCxnSpPr/>
          <p:nvPr/>
        </p:nvCxnSpPr>
        <p:spPr>
          <a:xfrm>
            <a:off x="3060000" y="0"/>
            <a:ext cx="0" cy="10692000"/>
          </a:xfrm>
          <a:prstGeom prst="straightConnector1">
            <a:avLst/>
          </a:prstGeom>
          <a:noFill/>
          <a:ln cap="flat" cmpd="sng" w="4450">
            <a:solidFill>
              <a:srgbClr val="D6D6D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" name="Google Shape;72;p13"/>
          <p:cNvCxnSpPr/>
          <p:nvPr/>
        </p:nvCxnSpPr>
        <p:spPr>
          <a:xfrm>
            <a:off x="3240000" y="0"/>
            <a:ext cx="0" cy="10692000"/>
          </a:xfrm>
          <a:prstGeom prst="straightConnector1">
            <a:avLst/>
          </a:prstGeom>
          <a:noFill/>
          <a:ln cap="flat" cmpd="sng" w="101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" name="Google Shape;73;p13"/>
          <p:cNvCxnSpPr/>
          <p:nvPr/>
        </p:nvCxnSpPr>
        <p:spPr>
          <a:xfrm>
            <a:off x="3420000" y="0"/>
            <a:ext cx="0" cy="10692000"/>
          </a:xfrm>
          <a:prstGeom prst="straightConnector1">
            <a:avLst/>
          </a:prstGeom>
          <a:noFill/>
          <a:ln cap="flat" cmpd="sng" w="4450">
            <a:solidFill>
              <a:srgbClr val="D6D6D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" name="Google Shape;74;p13"/>
          <p:cNvCxnSpPr/>
          <p:nvPr/>
        </p:nvCxnSpPr>
        <p:spPr>
          <a:xfrm>
            <a:off x="3600000" y="0"/>
            <a:ext cx="0" cy="10692000"/>
          </a:xfrm>
          <a:prstGeom prst="straightConnector1">
            <a:avLst/>
          </a:prstGeom>
          <a:noFill/>
          <a:ln cap="flat" cmpd="sng" w="101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" name="Google Shape;75;p13"/>
          <p:cNvCxnSpPr/>
          <p:nvPr/>
        </p:nvCxnSpPr>
        <p:spPr>
          <a:xfrm>
            <a:off x="3780000" y="0"/>
            <a:ext cx="0" cy="10692000"/>
          </a:xfrm>
          <a:prstGeom prst="straightConnector1">
            <a:avLst/>
          </a:prstGeom>
          <a:noFill/>
          <a:ln cap="flat" cmpd="sng" w="4450">
            <a:solidFill>
              <a:srgbClr val="D6D6D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" name="Google Shape;76;p13"/>
          <p:cNvCxnSpPr/>
          <p:nvPr/>
        </p:nvCxnSpPr>
        <p:spPr>
          <a:xfrm>
            <a:off x="3960000" y="0"/>
            <a:ext cx="0" cy="10692000"/>
          </a:xfrm>
          <a:prstGeom prst="straightConnector1">
            <a:avLst/>
          </a:prstGeom>
          <a:noFill/>
          <a:ln cap="flat" cmpd="sng" w="101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" name="Google Shape;77;p13"/>
          <p:cNvCxnSpPr/>
          <p:nvPr/>
        </p:nvCxnSpPr>
        <p:spPr>
          <a:xfrm>
            <a:off x="4140000" y="0"/>
            <a:ext cx="0" cy="10692000"/>
          </a:xfrm>
          <a:prstGeom prst="straightConnector1">
            <a:avLst/>
          </a:prstGeom>
          <a:noFill/>
          <a:ln cap="flat" cmpd="sng" w="4450">
            <a:solidFill>
              <a:srgbClr val="D6D6D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" name="Google Shape;78;p13"/>
          <p:cNvCxnSpPr/>
          <p:nvPr/>
        </p:nvCxnSpPr>
        <p:spPr>
          <a:xfrm>
            <a:off x="4320000" y="0"/>
            <a:ext cx="0" cy="10692000"/>
          </a:xfrm>
          <a:prstGeom prst="straightConnector1">
            <a:avLst/>
          </a:prstGeom>
          <a:noFill/>
          <a:ln cap="flat" cmpd="sng" w="101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" name="Google Shape;79;p13"/>
          <p:cNvCxnSpPr/>
          <p:nvPr/>
        </p:nvCxnSpPr>
        <p:spPr>
          <a:xfrm>
            <a:off x="4500000" y="0"/>
            <a:ext cx="0" cy="10692000"/>
          </a:xfrm>
          <a:prstGeom prst="straightConnector1">
            <a:avLst/>
          </a:prstGeom>
          <a:noFill/>
          <a:ln cap="flat" cmpd="sng" w="4450">
            <a:solidFill>
              <a:srgbClr val="D6D6D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" name="Google Shape;80;p13"/>
          <p:cNvCxnSpPr/>
          <p:nvPr/>
        </p:nvCxnSpPr>
        <p:spPr>
          <a:xfrm>
            <a:off x="4680000" y="0"/>
            <a:ext cx="0" cy="10692000"/>
          </a:xfrm>
          <a:prstGeom prst="straightConnector1">
            <a:avLst/>
          </a:prstGeom>
          <a:noFill/>
          <a:ln cap="flat" cmpd="sng" w="101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" name="Google Shape;81;p13"/>
          <p:cNvCxnSpPr/>
          <p:nvPr/>
        </p:nvCxnSpPr>
        <p:spPr>
          <a:xfrm>
            <a:off x="4860000" y="0"/>
            <a:ext cx="0" cy="10692000"/>
          </a:xfrm>
          <a:prstGeom prst="straightConnector1">
            <a:avLst/>
          </a:prstGeom>
          <a:noFill/>
          <a:ln cap="flat" cmpd="sng" w="4450">
            <a:solidFill>
              <a:srgbClr val="D6D6D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" name="Google Shape;82;p13"/>
          <p:cNvCxnSpPr/>
          <p:nvPr/>
        </p:nvCxnSpPr>
        <p:spPr>
          <a:xfrm>
            <a:off x="5040000" y="0"/>
            <a:ext cx="0" cy="10692000"/>
          </a:xfrm>
          <a:prstGeom prst="straightConnector1">
            <a:avLst/>
          </a:prstGeom>
          <a:noFill/>
          <a:ln cap="flat" cmpd="sng" w="101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" name="Google Shape;83;p13"/>
          <p:cNvCxnSpPr/>
          <p:nvPr/>
        </p:nvCxnSpPr>
        <p:spPr>
          <a:xfrm>
            <a:off x="5220000" y="0"/>
            <a:ext cx="0" cy="10692000"/>
          </a:xfrm>
          <a:prstGeom prst="straightConnector1">
            <a:avLst/>
          </a:prstGeom>
          <a:noFill/>
          <a:ln cap="flat" cmpd="sng" w="4450">
            <a:solidFill>
              <a:srgbClr val="D6D6D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" name="Google Shape;84;p13"/>
          <p:cNvCxnSpPr/>
          <p:nvPr/>
        </p:nvCxnSpPr>
        <p:spPr>
          <a:xfrm>
            <a:off x="5400000" y="0"/>
            <a:ext cx="0" cy="10692000"/>
          </a:xfrm>
          <a:prstGeom prst="straightConnector1">
            <a:avLst/>
          </a:prstGeom>
          <a:noFill/>
          <a:ln cap="flat" cmpd="sng" w="101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" name="Google Shape;85;p13"/>
          <p:cNvCxnSpPr/>
          <p:nvPr/>
        </p:nvCxnSpPr>
        <p:spPr>
          <a:xfrm>
            <a:off x="5580000" y="0"/>
            <a:ext cx="0" cy="10692000"/>
          </a:xfrm>
          <a:prstGeom prst="straightConnector1">
            <a:avLst/>
          </a:prstGeom>
          <a:noFill/>
          <a:ln cap="flat" cmpd="sng" w="4450">
            <a:solidFill>
              <a:srgbClr val="D6D6D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" name="Google Shape;86;p13"/>
          <p:cNvCxnSpPr/>
          <p:nvPr/>
        </p:nvCxnSpPr>
        <p:spPr>
          <a:xfrm>
            <a:off x="5760000" y="0"/>
            <a:ext cx="0" cy="10692000"/>
          </a:xfrm>
          <a:prstGeom prst="straightConnector1">
            <a:avLst/>
          </a:prstGeom>
          <a:noFill/>
          <a:ln cap="flat" cmpd="sng" w="101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" name="Google Shape;87;p13"/>
          <p:cNvCxnSpPr/>
          <p:nvPr/>
        </p:nvCxnSpPr>
        <p:spPr>
          <a:xfrm>
            <a:off x="5940000" y="0"/>
            <a:ext cx="0" cy="10692000"/>
          </a:xfrm>
          <a:prstGeom prst="straightConnector1">
            <a:avLst/>
          </a:prstGeom>
          <a:noFill/>
          <a:ln cap="flat" cmpd="sng" w="4450">
            <a:solidFill>
              <a:srgbClr val="D6D6D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" name="Google Shape;88;p13"/>
          <p:cNvCxnSpPr/>
          <p:nvPr/>
        </p:nvCxnSpPr>
        <p:spPr>
          <a:xfrm>
            <a:off x="6120000" y="0"/>
            <a:ext cx="0" cy="10692000"/>
          </a:xfrm>
          <a:prstGeom prst="straightConnector1">
            <a:avLst/>
          </a:prstGeom>
          <a:noFill/>
          <a:ln cap="flat" cmpd="sng" w="101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" name="Google Shape;89;p13"/>
          <p:cNvCxnSpPr/>
          <p:nvPr/>
        </p:nvCxnSpPr>
        <p:spPr>
          <a:xfrm>
            <a:off x="6300000" y="0"/>
            <a:ext cx="0" cy="10692000"/>
          </a:xfrm>
          <a:prstGeom prst="straightConnector1">
            <a:avLst/>
          </a:prstGeom>
          <a:noFill/>
          <a:ln cap="flat" cmpd="sng" w="4450">
            <a:solidFill>
              <a:srgbClr val="D6D6D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" name="Google Shape;90;p13"/>
          <p:cNvCxnSpPr/>
          <p:nvPr/>
        </p:nvCxnSpPr>
        <p:spPr>
          <a:xfrm>
            <a:off x="6480000" y="0"/>
            <a:ext cx="0" cy="10692000"/>
          </a:xfrm>
          <a:prstGeom prst="straightConnector1">
            <a:avLst/>
          </a:prstGeom>
          <a:noFill/>
          <a:ln cap="flat" cmpd="sng" w="101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" name="Google Shape;91;p13"/>
          <p:cNvCxnSpPr/>
          <p:nvPr/>
        </p:nvCxnSpPr>
        <p:spPr>
          <a:xfrm>
            <a:off x="6660000" y="0"/>
            <a:ext cx="0" cy="10692000"/>
          </a:xfrm>
          <a:prstGeom prst="straightConnector1">
            <a:avLst/>
          </a:prstGeom>
          <a:noFill/>
          <a:ln cap="flat" cmpd="sng" w="4450">
            <a:solidFill>
              <a:srgbClr val="D6D6D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" name="Google Shape;92;p13"/>
          <p:cNvCxnSpPr/>
          <p:nvPr/>
        </p:nvCxnSpPr>
        <p:spPr>
          <a:xfrm>
            <a:off x="6840000" y="0"/>
            <a:ext cx="0" cy="10692000"/>
          </a:xfrm>
          <a:prstGeom prst="straightConnector1">
            <a:avLst/>
          </a:prstGeom>
          <a:noFill/>
          <a:ln cap="flat" cmpd="sng" w="101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" name="Google Shape;93;p13"/>
          <p:cNvCxnSpPr/>
          <p:nvPr/>
        </p:nvCxnSpPr>
        <p:spPr>
          <a:xfrm>
            <a:off x="7020000" y="0"/>
            <a:ext cx="0" cy="10692000"/>
          </a:xfrm>
          <a:prstGeom prst="straightConnector1">
            <a:avLst/>
          </a:prstGeom>
          <a:noFill/>
          <a:ln cap="flat" cmpd="sng" w="4450">
            <a:solidFill>
              <a:srgbClr val="D6D6D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" name="Google Shape;94;p13"/>
          <p:cNvCxnSpPr/>
          <p:nvPr/>
        </p:nvCxnSpPr>
        <p:spPr>
          <a:xfrm>
            <a:off x="7200000" y="0"/>
            <a:ext cx="0" cy="10692000"/>
          </a:xfrm>
          <a:prstGeom prst="straightConnector1">
            <a:avLst/>
          </a:prstGeom>
          <a:noFill/>
          <a:ln cap="flat" cmpd="sng" w="101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" name="Google Shape;95;p13"/>
          <p:cNvCxnSpPr/>
          <p:nvPr/>
        </p:nvCxnSpPr>
        <p:spPr>
          <a:xfrm>
            <a:off x="7380000" y="0"/>
            <a:ext cx="0" cy="10692000"/>
          </a:xfrm>
          <a:prstGeom prst="straightConnector1">
            <a:avLst/>
          </a:prstGeom>
          <a:noFill/>
          <a:ln cap="flat" cmpd="sng" w="4450">
            <a:solidFill>
              <a:srgbClr val="D6D6D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" name="Google Shape;96;p13"/>
          <p:cNvCxnSpPr/>
          <p:nvPr/>
        </p:nvCxnSpPr>
        <p:spPr>
          <a:xfrm>
            <a:off x="0" y="180000"/>
            <a:ext cx="7560000" cy="0"/>
          </a:xfrm>
          <a:prstGeom prst="straightConnector1">
            <a:avLst/>
          </a:prstGeom>
          <a:noFill/>
          <a:ln cap="flat" cmpd="sng" w="4450">
            <a:solidFill>
              <a:srgbClr val="D6D6D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" name="Google Shape;97;p13"/>
          <p:cNvCxnSpPr/>
          <p:nvPr/>
        </p:nvCxnSpPr>
        <p:spPr>
          <a:xfrm>
            <a:off x="0" y="360000"/>
            <a:ext cx="7560000" cy="0"/>
          </a:xfrm>
          <a:prstGeom prst="straightConnector1">
            <a:avLst/>
          </a:prstGeom>
          <a:noFill/>
          <a:ln cap="flat" cmpd="sng" w="101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" name="Google Shape;98;p13"/>
          <p:cNvCxnSpPr/>
          <p:nvPr/>
        </p:nvCxnSpPr>
        <p:spPr>
          <a:xfrm>
            <a:off x="0" y="540000"/>
            <a:ext cx="7560000" cy="0"/>
          </a:xfrm>
          <a:prstGeom prst="straightConnector1">
            <a:avLst/>
          </a:prstGeom>
          <a:noFill/>
          <a:ln cap="flat" cmpd="sng" w="4450">
            <a:solidFill>
              <a:srgbClr val="D6D6D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" name="Google Shape;99;p13"/>
          <p:cNvCxnSpPr/>
          <p:nvPr/>
        </p:nvCxnSpPr>
        <p:spPr>
          <a:xfrm>
            <a:off x="0" y="720000"/>
            <a:ext cx="7560000" cy="0"/>
          </a:xfrm>
          <a:prstGeom prst="straightConnector1">
            <a:avLst/>
          </a:prstGeom>
          <a:noFill/>
          <a:ln cap="flat" cmpd="sng" w="101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" name="Google Shape;100;p13"/>
          <p:cNvCxnSpPr/>
          <p:nvPr/>
        </p:nvCxnSpPr>
        <p:spPr>
          <a:xfrm>
            <a:off x="0" y="900000"/>
            <a:ext cx="7560000" cy="0"/>
          </a:xfrm>
          <a:prstGeom prst="straightConnector1">
            <a:avLst/>
          </a:prstGeom>
          <a:noFill/>
          <a:ln cap="flat" cmpd="sng" w="4450">
            <a:solidFill>
              <a:srgbClr val="D6D6D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" name="Google Shape;101;p13"/>
          <p:cNvCxnSpPr/>
          <p:nvPr/>
        </p:nvCxnSpPr>
        <p:spPr>
          <a:xfrm>
            <a:off x="0" y="1080000"/>
            <a:ext cx="7560000" cy="0"/>
          </a:xfrm>
          <a:prstGeom prst="straightConnector1">
            <a:avLst/>
          </a:prstGeom>
          <a:noFill/>
          <a:ln cap="flat" cmpd="sng" w="101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" name="Google Shape;102;p13"/>
          <p:cNvCxnSpPr/>
          <p:nvPr/>
        </p:nvCxnSpPr>
        <p:spPr>
          <a:xfrm>
            <a:off x="0" y="1260000"/>
            <a:ext cx="7560000" cy="0"/>
          </a:xfrm>
          <a:prstGeom prst="straightConnector1">
            <a:avLst/>
          </a:prstGeom>
          <a:noFill/>
          <a:ln cap="flat" cmpd="sng" w="4450">
            <a:solidFill>
              <a:srgbClr val="D6D6D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" name="Google Shape;103;p13"/>
          <p:cNvCxnSpPr/>
          <p:nvPr/>
        </p:nvCxnSpPr>
        <p:spPr>
          <a:xfrm>
            <a:off x="0" y="1440000"/>
            <a:ext cx="7560000" cy="0"/>
          </a:xfrm>
          <a:prstGeom prst="straightConnector1">
            <a:avLst/>
          </a:prstGeom>
          <a:noFill/>
          <a:ln cap="flat" cmpd="sng" w="101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" name="Google Shape;104;p13"/>
          <p:cNvCxnSpPr/>
          <p:nvPr/>
        </p:nvCxnSpPr>
        <p:spPr>
          <a:xfrm>
            <a:off x="0" y="1620000"/>
            <a:ext cx="7560000" cy="0"/>
          </a:xfrm>
          <a:prstGeom prst="straightConnector1">
            <a:avLst/>
          </a:prstGeom>
          <a:noFill/>
          <a:ln cap="flat" cmpd="sng" w="4450">
            <a:solidFill>
              <a:srgbClr val="D6D6D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" name="Google Shape;105;p13"/>
          <p:cNvCxnSpPr/>
          <p:nvPr/>
        </p:nvCxnSpPr>
        <p:spPr>
          <a:xfrm>
            <a:off x="0" y="1800000"/>
            <a:ext cx="7560000" cy="0"/>
          </a:xfrm>
          <a:prstGeom prst="straightConnector1">
            <a:avLst/>
          </a:prstGeom>
          <a:noFill/>
          <a:ln cap="flat" cmpd="sng" w="101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" name="Google Shape;106;p13"/>
          <p:cNvCxnSpPr/>
          <p:nvPr/>
        </p:nvCxnSpPr>
        <p:spPr>
          <a:xfrm>
            <a:off x="0" y="1980000"/>
            <a:ext cx="7560000" cy="0"/>
          </a:xfrm>
          <a:prstGeom prst="straightConnector1">
            <a:avLst/>
          </a:prstGeom>
          <a:noFill/>
          <a:ln cap="flat" cmpd="sng" w="4450">
            <a:solidFill>
              <a:srgbClr val="D6D6D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" name="Google Shape;107;p13"/>
          <p:cNvCxnSpPr/>
          <p:nvPr/>
        </p:nvCxnSpPr>
        <p:spPr>
          <a:xfrm>
            <a:off x="0" y="2160000"/>
            <a:ext cx="7560000" cy="0"/>
          </a:xfrm>
          <a:prstGeom prst="straightConnector1">
            <a:avLst/>
          </a:prstGeom>
          <a:noFill/>
          <a:ln cap="flat" cmpd="sng" w="101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" name="Google Shape;108;p13"/>
          <p:cNvCxnSpPr/>
          <p:nvPr/>
        </p:nvCxnSpPr>
        <p:spPr>
          <a:xfrm>
            <a:off x="0" y="2340000"/>
            <a:ext cx="7560000" cy="0"/>
          </a:xfrm>
          <a:prstGeom prst="straightConnector1">
            <a:avLst/>
          </a:prstGeom>
          <a:noFill/>
          <a:ln cap="flat" cmpd="sng" w="4450">
            <a:solidFill>
              <a:srgbClr val="D6D6D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" name="Google Shape;109;p13"/>
          <p:cNvCxnSpPr/>
          <p:nvPr/>
        </p:nvCxnSpPr>
        <p:spPr>
          <a:xfrm>
            <a:off x="0" y="2520000"/>
            <a:ext cx="7560000" cy="0"/>
          </a:xfrm>
          <a:prstGeom prst="straightConnector1">
            <a:avLst/>
          </a:prstGeom>
          <a:noFill/>
          <a:ln cap="flat" cmpd="sng" w="101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" name="Google Shape;110;p13"/>
          <p:cNvCxnSpPr/>
          <p:nvPr/>
        </p:nvCxnSpPr>
        <p:spPr>
          <a:xfrm>
            <a:off x="0" y="2700000"/>
            <a:ext cx="7560000" cy="0"/>
          </a:xfrm>
          <a:prstGeom prst="straightConnector1">
            <a:avLst/>
          </a:prstGeom>
          <a:noFill/>
          <a:ln cap="flat" cmpd="sng" w="4450">
            <a:solidFill>
              <a:srgbClr val="D6D6D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" name="Google Shape;111;p13"/>
          <p:cNvCxnSpPr/>
          <p:nvPr/>
        </p:nvCxnSpPr>
        <p:spPr>
          <a:xfrm>
            <a:off x="0" y="2880000"/>
            <a:ext cx="7560000" cy="0"/>
          </a:xfrm>
          <a:prstGeom prst="straightConnector1">
            <a:avLst/>
          </a:prstGeom>
          <a:noFill/>
          <a:ln cap="flat" cmpd="sng" w="101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" name="Google Shape;112;p13"/>
          <p:cNvCxnSpPr/>
          <p:nvPr/>
        </p:nvCxnSpPr>
        <p:spPr>
          <a:xfrm>
            <a:off x="0" y="3060000"/>
            <a:ext cx="7560000" cy="0"/>
          </a:xfrm>
          <a:prstGeom prst="straightConnector1">
            <a:avLst/>
          </a:prstGeom>
          <a:noFill/>
          <a:ln cap="flat" cmpd="sng" w="4450">
            <a:solidFill>
              <a:srgbClr val="D6D6D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" name="Google Shape;113;p13"/>
          <p:cNvCxnSpPr/>
          <p:nvPr/>
        </p:nvCxnSpPr>
        <p:spPr>
          <a:xfrm>
            <a:off x="0" y="3240000"/>
            <a:ext cx="7560000" cy="0"/>
          </a:xfrm>
          <a:prstGeom prst="straightConnector1">
            <a:avLst/>
          </a:prstGeom>
          <a:noFill/>
          <a:ln cap="flat" cmpd="sng" w="101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" name="Google Shape;114;p13"/>
          <p:cNvCxnSpPr/>
          <p:nvPr/>
        </p:nvCxnSpPr>
        <p:spPr>
          <a:xfrm>
            <a:off x="0" y="3420000"/>
            <a:ext cx="7560000" cy="0"/>
          </a:xfrm>
          <a:prstGeom prst="straightConnector1">
            <a:avLst/>
          </a:prstGeom>
          <a:noFill/>
          <a:ln cap="flat" cmpd="sng" w="4450">
            <a:solidFill>
              <a:srgbClr val="D6D6D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" name="Google Shape;115;p13"/>
          <p:cNvCxnSpPr/>
          <p:nvPr/>
        </p:nvCxnSpPr>
        <p:spPr>
          <a:xfrm>
            <a:off x="0" y="3600000"/>
            <a:ext cx="7560000" cy="0"/>
          </a:xfrm>
          <a:prstGeom prst="straightConnector1">
            <a:avLst/>
          </a:prstGeom>
          <a:noFill/>
          <a:ln cap="flat" cmpd="sng" w="101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" name="Google Shape;116;p13"/>
          <p:cNvCxnSpPr/>
          <p:nvPr/>
        </p:nvCxnSpPr>
        <p:spPr>
          <a:xfrm>
            <a:off x="0" y="3780000"/>
            <a:ext cx="7560000" cy="0"/>
          </a:xfrm>
          <a:prstGeom prst="straightConnector1">
            <a:avLst/>
          </a:prstGeom>
          <a:noFill/>
          <a:ln cap="flat" cmpd="sng" w="4450">
            <a:solidFill>
              <a:srgbClr val="D6D6D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" name="Google Shape;117;p13"/>
          <p:cNvCxnSpPr/>
          <p:nvPr/>
        </p:nvCxnSpPr>
        <p:spPr>
          <a:xfrm>
            <a:off x="0" y="3960000"/>
            <a:ext cx="7560000" cy="0"/>
          </a:xfrm>
          <a:prstGeom prst="straightConnector1">
            <a:avLst/>
          </a:prstGeom>
          <a:noFill/>
          <a:ln cap="flat" cmpd="sng" w="101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" name="Google Shape;118;p13"/>
          <p:cNvCxnSpPr/>
          <p:nvPr/>
        </p:nvCxnSpPr>
        <p:spPr>
          <a:xfrm>
            <a:off x="0" y="4140000"/>
            <a:ext cx="7560000" cy="0"/>
          </a:xfrm>
          <a:prstGeom prst="straightConnector1">
            <a:avLst/>
          </a:prstGeom>
          <a:noFill/>
          <a:ln cap="flat" cmpd="sng" w="4450">
            <a:solidFill>
              <a:srgbClr val="D6D6D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" name="Google Shape;119;p13"/>
          <p:cNvCxnSpPr/>
          <p:nvPr/>
        </p:nvCxnSpPr>
        <p:spPr>
          <a:xfrm>
            <a:off x="0" y="4320000"/>
            <a:ext cx="7560000" cy="0"/>
          </a:xfrm>
          <a:prstGeom prst="straightConnector1">
            <a:avLst/>
          </a:prstGeom>
          <a:noFill/>
          <a:ln cap="flat" cmpd="sng" w="101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" name="Google Shape;120;p13"/>
          <p:cNvCxnSpPr/>
          <p:nvPr/>
        </p:nvCxnSpPr>
        <p:spPr>
          <a:xfrm>
            <a:off x="0" y="4500000"/>
            <a:ext cx="7560000" cy="0"/>
          </a:xfrm>
          <a:prstGeom prst="straightConnector1">
            <a:avLst/>
          </a:prstGeom>
          <a:noFill/>
          <a:ln cap="flat" cmpd="sng" w="4450">
            <a:solidFill>
              <a:srgbClr val="D6D6D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" name="Google Shape;121;p13"/>
          <p:cNvCxnSpPr/>
          <p:nvPr/>
        </p:nvCxnSpPr>
        <p:spPr>
          <a:xfrm>
            <a:off x="0" y="4680000"/>
            <a:ext cx="7560000" cy="0"/>
          </a:xfrm>
          <a:prstGeom prst="straightConnector1">
            <a:avLst/>
          </a:prstGeom>
          <a:noFill/>
          <a:ln cap="flat" cmpd="sng" w="101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" name="Google Shape;122;p13"/>
          <p:cNvCxnSpPr/>
          <p:nvPr/>
        </p:nvCxnSpPr>
        <p:spPr>
          <a:xfrm>
            <a:off x="0" y="4860000"/>
            <a:ext cx="7560000" cy="0"/>
          </a:xfrm>
          <a:prstGeom prst="straightConnector1">
            <a:avLst/>
          </a:prstGeom>
          <a:noFill/>
          <a:ln cap="flat" cmpd="sng" w="4450">
            <a:solidFill>
              <a:srgbClr val="D6D6D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" name="Google Shape;123;p13"/>
          <p:cNvCxnSpPr/>
          <p:nvPr/>
        </p:nvCxnSpPr>
        <p:spPr>
          <a:xfrm>
            <a:off x="0" y="5040000"/>
            <a:ext cx="7560000" cy="0"/>
          </a:xfrm>
          <a:prstGeom prst="straightConnector1">
            <a:avLst/>
          </a:prstGeom>
          <a:noFill/>
          <a:ln cap="flat" cmpd="sng" w="101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" name="Google Shape;124;p13"/>
          <p:cNvCxnSpPr/>
          <p:nvPr/>
        </p:nvCxnSpPr>
        <p:spPr>
          <a:xfrm>
            <a:off x="0" y="5220000"/>
            <a:ext cx="7560000" cy="0"/>
          </a:xfrm>
          <a:prstGeom prst="straightConnector1">
            <a:avLst/>
          </a:prstGeom>
          <a:noFill/>
          <a:ln cap="flat" cmpd="sng" w="4450">
            <a:solidFill>
              <a:srgbClr val="D6D6D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" name="Google Shape;125;p13"/>
          <p:cNvCxnSpPr/>
          <p:nvPr/>
        </p:nvCxnSpPr>
        <p:spPr>
          <a:xfrm>
            <a:off x="0" y="5400000"/>
            <a:ext cx="7560000" cy="0"/>
          </a:xfrm>
          <a:prstGeom prst="straightConnector1">
            <a:avLst/>
          </a:prstGeom>
          <a:noFill/>
          <a:ln cap="flat" cmpd="sng" w="101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" name="Google Shape;126;p13"/>
          <p:cNvCxnSpPr/>
          <p:nvPr/>
        </p:nvCxnSpPr>
        <p:spPr>
          <a:xfrm>
            <a:off x="0" y="5580000"/>
            <a:ext cx="7560000" cy="0"/>
          </a:xfrm>
          <a:prstGeom prst="straightConnector1">
            <a:avLst/>
          </a:prstGeom>
          <a:noFill/>
          <a:ln cap="flat" cmpd="sng" w="4450">
            <a:solidFill>
              <a:srgbClr val="D6D6D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" name="Google Shape;127;p13"/>
          <p:cNvCxnSpPr/>
          <p:nvPr/>
        </p:nvCxnSpPr>
        <p:spPr>
          <a:xfrm>
            <a:off x="0" y="5760000"/>
            <a:ext cx="7560000" cy="0"/>
          </a:xfrm>
          <a:prstGeom prst="straightConnector1">
            <a:avLst/>
          </a:prstGeom>
          <a:noFill/>
          <a:ln cap="flat" cmpd="sng" w="101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" name="Google Shape;128;p13"/>
          <p:cNvCxnSpPr/>
          <p:nvPr/>
        </p:nvCxnSpPr>
        <p:spPr>
          <a:xfrm>
            <a:off x="0" y="5940000"/>
            <a:ext cx="7560000" cy="0"/>
          </a:xfrm>
          <a:prstGeom prst="straightConnector1">
            <a:avLst/>
          </a:prstGeom>
          <a:noFill/>
          <a:ln cap="flat" cmpd="sng" w="4450">
            <a:solidFill>
              <a:srgbClr val="D6D6D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" name="Google Shape;129;p13"/>
          <p:cNvCxnSpPr/>
          <p:nvPr/>
        </p:nvCxnSpPr>
        <p:spPr>
          <a:xfrm>
            <a:off x="0" y="6120000"/>
            <a:ext cx="7560000" cy="0"/>
          </a:xfrm>
          <a:prstGeom prst="straightConnector1">
            <a:avLst/>
          </a:prstGeom>
          <a:noFill/>
          <a:ln cap="flat" cmpd="sng" w="101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" name="Google Shape;130;p13"/>
          <p:cNvCxnSpPr/>
          <p:nvPr/>
        </p:nvCxnSpPr>
        <p:spPr>
          <a:xfrm>
            <a:off x="0" y="6300000"/>
            <a:ext cx="7560000" cy="0"/>
          </a:xfrm>
          <a:prstGeom prst="straightConnector1">
            <a:avLst/>
          </a:prstGeom>
          <a:noFill/>
          <a:ln cap="flat" cmpd="sng" w="4450">
            <a:solidFill>
              <a:srgbClr val="D6D6D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" name="Google Shape;131;p13"/>
          <p:cNvCxnSpPr/>
          <p:nvPr/>
        </p:nvCxnSpPr>
        <p:spPr>
          <a:xfrm>
            <a:off x="0" y="6480000"/>
            <a:ext cx="7560000" cy="0"/>
          </a:xfrm>
          <a:prstGeom prst="straightConnector1">
            <a:avLst/>
          </a:prstGeom>
          <a:noFill/>
          <a:ln cap="flat" cmpd="sng" w="101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" name="Google Shape;132;p13"/>
          <p:cNvCxnSpPr/>
          <p:nvPr/>
        </p:nvCxnSpPr>
        <p:spPr>
          <a:xfrm>
            <a:off x="0" y="6660000"/>
            <a:ext cx="7560000" cy="0"/>
          </a:xfrm>
          <a:prstGeom prst="straightConnector1">
            <a:avLst/>
          </a:prstGeom>
          <a:noFill/>
          <a:ln cap="flat" cmpd="sng" w="4450">
            <a:solidFill>
              <a:srgbClr val="D6D6D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" name="Google Shape;133;p13"/>
          <p:cNvCxnSpPr/>
          <p:nvPr/>
        </p:nvCxnSpPr>
        <p:spPr>
          <a:xfrm>
            <a:off x="0" y="6840000"/>
            <a:ext cx="7560000" cy="0"/>
          </a:xfrm>
          <a:prstGeom prst="straightConnector1">
            <a:avLst/>
          </a:prstGeom>
          <a:noFill/>
          <a:ln cap="flat" cmpd="sng" w="101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" name="Google Shape;134;p13"/>
          <p:cNvCxnSpPr/>
          <p:nvPr/>
        </p:nvCxnSpPr>
        <p:spPr>
          <a:xfrm>
            <a:off x="0" y="7020000"/>
            <a:ext cx="7560000" cy="0"/>
          </a:xfrm>
          <a:prstGeom prst="straightConnector1">
            <a:avLst/>
          </a:prstGeom>
          <a:noFill/>
          <a:ln cap="flat" cmpd="sng" w="4450">
            <a:solidFill>
              <a:srgbClr val="D6D6D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" name="Google Shape;135;p13"/>
          <p:cNvCxnSpPr/>
          <p:nvPr/>
        </p:nvCxnSpPr>
        <p:spPr>
          <a:xfrm>
            <a:off x="0" y="7200000"/>
            <a:ext cx="7560000" cy="0"/>
          </a:xfrm>
          <a:prstGeom prst="straightConnector1">
            <a:avLst/>
          </a:prstGeom>
          <a:noFill/>
          <a:ln cap="flat" cmpd="sng" w="101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" name="Google Shape;136;p13"/>
          <p:cNvCxnSpPr/>
          <p:nvPr/>
        </p:nvCxnSpPr>
        <p:spPr>
          <a:xfrm>
            <a:off x="0" y="7380000"/>
            <a:ext cx="7560000" cy="0"/>
          </a:xfrm>
          <a:prstGeom prst="straightConnector1">
            <a:avLst/>
          </a:prstGeom>
          <a:noFill/>
          <a:ln cap="flat" cmpd="sng" w="4450">
            <a:solidFill>
              <a:srgbClr val="D6D6D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" name="Google Shape;137;p13"/>
          <p:cNvCxnSpPr/>
          <p:nvPr/>
        </p:nvCxnSpPr>
        <p:spPr>
          <a:xfrm>
            <a:off x="0" y="7560000"/>
            <a:ext cx="7560000" cy="0"/>
          </a:xfrm>
          <a:prstGeom prst="straightConnector1">
            <a:avLst/>
          </a:prstGeom>
          <a:noFill/>
          <a:ln cap="flat" cmpd="sng" w="101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" name="Google Shape;138;p13"/>
          <p:cNvCxnSpPr/>
          <p:nvPr/>
        </p:nvCxnSpPr>
        <p:spPr>
          <a:xfrm>
            <a:off x="0" y="7740000"/>
            <a:ext cx="7560000" cy="0"/>
          </a:xfrm>
          <a:prstGeom prst="straightConnector1">
            <a:avLst/>
          </a:prstGeom>
          <a:noFill/>
          <a:ln cap="flat" cmpd="sng" w="4450">
            <a:solidFill>
              <a:srgbClr val="D6D6D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" name="Google Shape;139;p13"/>
          <p:cNvCxnSpPr/>
          <p:nvPr/>
        </p:nvCxnSpPr>
        <p:spPr>
          <a:xfrm>
            <a:off x="0" y="7920000"/>
            <a:ext cx="7560000" cy="0"/>
          </a:xfrm>
          <a:prstGeom prst="straightConnector1">
            <a:avLst/>
          </a:prstGeom>
          <a:noFill/>
          <a:ln cap="flat" cmpd="sng" w="101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" name="Google Shape;140;p13"/>
          <p:cNvCxnSpPr/>
          <p:nvPr/>
        </p:nvCxnSpPr>
        <p:spPr>
          <a:xfrm>
            <a:off x="0" y="8100000"/>
            <a:ext cx="7560000" cy="0"/>
          </a:xfrm>
          <a:prstGeom prst="straightConnector1">
            <a:avLst/>
          </a:prstGeom>
          <a:noFill/>
          <a:ln cap="flat" cmpd="sng" w="4450">
            <a:solidFill>
              <a:srgbClr val="D6D6D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" name="Google Shape;141;p13"/>
          <p:cNvCxnSpPr/>
          <p:nvPr/>
        </p:nvCxnSpPr>
        <p:spPr>
          <a:xfrm>
            <a:off x="0" y="8280000"/>
            <a:ext cx="7560000" cy="0"/>
          </a:xfrm>
          <a:prstGeom prst="straightConnector1">
            <a:avLst/>
          </a:prstGeom>
          <a:noFill/>
          <a:ln cap="flat" cmpd="sng" w="101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" name="Google Shape;142;p13"/>
          <p:cNvCxnSpPr/>
          <p:nvPr/>
        </p:nvCxnSpPr>
        <p:spPr>
          <a:xfrm>
            <a:off x="0" y="8460000"/>
            <a:ext cx="7560000" cy="0"/>
          </a:xfrm>
          <a:prstGeom prst="straightConnector1">
            <a:avLst/>
          </a:prstGeom>
          <a:noFill/>
          <a:ln cap="flat" cmpd="sng" w="4450">
            <a:solidFill>
              <a:srgbClr val="D6D6D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" name="Google Shape;143;p13"/>
          <p:cNvCxnSpPr/>
          <p:nvPr/>
        </p:nvCxnSpPr>
        <p:spPr>
          <a:xfrm>
            <a:off x="0" y="8640000"/>
            <a:ext cx="7560000" cy="0"/>
          </a:xfrm>
          <a:prstGeom prst="straightConnector1">
            <a:avLst/>
          </a:prstGeom>
          <a:noFill/>
          <a:ln cap="flat" cmpd="sng" w="101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" name="Google Shape;144;p13"/>
          <p:cNvCxnSpPr/>
          <p:nvPr/>
        </p:nvCxnSpPr>
        <p:spPr>
          <a:xfrm>
            <a:off x="0" y="8820000"/>
            <a:ext cx="7560000" cy="0"/>
          </a:xfrm>
          <a:prstGeom prst="straightConnector1">
            <a:avLst/>
          </a:prstGeom>
          <a:noFill/>
          <a:ln cap="flat" cmpd="sng" w="4450">
            <a:solidFill>
              <a:srgbClr val="D6D6D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" name="Google Shape;145;p13"/>
          <p:cNvCxnSpPr/>
          <p:nvPr/>
        </p:nvCxnSpPr>
        <p:spPr>
          <a:xfrm>
            <a:off x="0" y="9000000"/>
            <a:ext cx="7560000" cy="0"/>
          </a:xfrm>
          <a:prstGeom prst="straightConnector1">
            <a:avLst/>
          </a:prstGeom>
          <a:noFill/>
          <a:ln cap="flat" cmpd="sng" w="101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" name="Google Shape;146;p13"/>
          <p:cNvCxnSpPr/>
          <p:nvPr/>
        </p:nvCxnSpPr>
        <p:spPr>
          <a:xfrm>
            <a:off x="0" y="9180000"/>
            <a:ext cx="7560000" cy="0"/>
          </a:xfrm>
          <a:prstGeom prst="straightConnector1">
            <a:avLst/>
          </a:prstGeom>
          <a:noFill/>
          <a:ln cap="flat" cmpd="sng" w="4450">
            <a:solidFill>
              <a:srgbClr val="D6D6D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" name="Google Shape;147;p13"/>
          <p:cNvCxnSpPr/>
          <p:nvPr/>
        </p:nvCxnSpPr>
        <p:spPr>
          <a:xfrm>
            <a:off x="0" y="9360000"/>
            <a:ext cx="7560000" cy="0"/>
          </a:xfrm>
          <a:prstGeom prst="straightConnector1">
            <a:avLst/>
          </a:prstGeom>
          <a:noFill/>
          <a:ln cap="flat" cmpd="sng" w="101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" name="Google Shape;148;p13"/>
          <p:cNvCxnSpPr/>
          <p:nvPr/>
        </p:nvCxnSpPr>
        <p:spPr>
          <a:xfrm>
            <a:off x="0" y="9540000"/>
            <a:ext cx="7560000" cy="0"/>
          </a:xfrm>
          <a:prstGeom prst="straightConnector1">
            <a:avLst/>
          </a:prstGeom>
          <a:noFill/>
          <a:ln cap="flat" cmpd="sng" w="4450">
            <a:solidFill>
              <a:srgbClr val="D6D6D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" name="Google Shape;149;p13"/>
          <p:cNvCxnSpPr/>
          <p:nvPr/>
        </p:nvCxnSpPr>
        <p:spPr>
          <a:xfrm>
            <a:off x="0" y="9720000"/>
            <a:ext cx="7560000" cy="0"/>
          </a:xfrm>
          <a:prstGeom prst="straightConnector1">
            <a:avLst/>
          </a:prstGeom>
          <a:noFill/>
          <a:ln cap="flat" cmpd="sng" w="101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" name="Google Shape;150;p13"/>
          <p:cNvCxnSpPr/>
          <p:nvPr/>
        </p:nvCxnSpPr>
        <p:spPr>
          <a:xfrm>
            <a:off x="0" y="9900000"/>
            <a:ext cx="7560000" cy="0"/>
          </a:xfrm>
          <a:prstGeom prst="straightConnector1">
            <a:avLst/>
          </a:prstGeom>
          <a:noFill/>
          <a:ln cap="flat" cmpd="sng" w="4450">
            <a:solidFill>
              <a:srgbClr val="D6D6D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" name="Google Shape;151;p13"/>
          <p:cNvCxnSpPr/>
          <p:nvPr/>
        </p:nvCxnSpPr>
        <p:spPr>
          <a:xfrm>
            <a:off x="0" y="10080000"/>
            <a:ext cx="7560000" cy="0"/>
          </a:xfrm>
          <a:prstGeom prst="straightConnector1">
            <a:avLst/>
          </a:prstGeom>
          <a:noFill/>
          <a:ln cap="flat" cmpd="sng" w="101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" name="Google Shape;152;p13"/>
          <p:cNvCxnSpPr/>
          <p:nvPr/>
        </p:nvCxnSpPr>
        <p:spPr>
          <a:xfrm>
            <a:off x="0" y="10260000"/>
            <a:ext cx="7560000" cy="0"/>
          </a:xfrm>
          <a:prstGeom prst="straightConnector1">
            <a:avLst/>
          </a:prstGeom>
          <a:noFill/>
          <a:ln cap="flat" cmpd="sng" w="4450">
            <a:solidFill>
              <a:srgbClr val="D6D6D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" name="Google Shape;153;p13"/>
          <p:cNvCxnSpPr/>
          <p:nvPr/>
        </p:nvCxnSpPr>
        <p:spPr>
          <a:xfrm>
            <a:off x="0" y="10440000"/>
            <a:ext cx="7560000" cy="0"/>
          </a:xfrm>
          <a:prstGeom prst="straightConnector1">
            <a:avLst/>
          </a:prstGeom>
          <a:noFill/>
          <a:ln cap="flat" cmpd="sng" w="101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" name="Google Shape;154;p13"/>
          <p:cNvCxnSpPr/>
          <p:nvPr/>
        </p:nvCxnSpPr>
        <p:spPr>
          <a:xfrm>
            <a:off x="0" y="10620000"/>
            <a:ext cx="7560000" cy="0"/>
          </a:xfrm>
          <a:prstGeom prst="straightConnector1">
            <a:avLst/>
          </a:prstGeom>
          <a:noFill/>
          <a:ln cap="flat" cmpd="sng" w="4450">
            <a:solidFill>
              <a:srgbClr val="D6D6D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" name="Google Shape;155;p13"/>
          <p:cNvSpPr txBox="1"/>
          <p:nvPr/>
        </p:nvSpPr>
        <p:spPr>
          <a:xfrm>
            <a:off x="220000" y="20000"/>
            <a:ext cx="2799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404040"/>
                </a:solidFill>
              </a:rPr>
              <a:t>1</a:t>
            </a:r>
            <a:endParaRPr sz="700">
              <a:solidFill>
                <a:srgbClr val="404040"/>
              </a:solidFill>
            </a:endParaRPr>
          </a:p>
        </p:txBody>
      </p:sp>
      <p:sp>
        <p:nvSpPr>
          <p:cNvPr id="156" name="Google Shape;156;p13"/>
          <p:cNvSpPr txBox="1"/>
          <p:nvPr/>
        </p:nvSpPr>
        <p:spPr>
          <a:xfrm>
            <a:off x="580000" y="20000"/>
            <a:ext cx="2799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404040"/>
                </a:solidFill>
              </a:rPr>
              <a:t>2</a:t>
            </a:r>
            <a:endParaRPr sz="700">
              <a:solidFill>
                <a:srgbClr val="404040"/>
              </a:solidFill>
            </a:endParaRPr>
          </a:p>
        </p:txBody>
      </p:sp>
      <p:sp>
        <p:nvSpPr>
          <p:cNvPr id="157" name="Google Shape;157;p13"/>
          <p:cNvSpPr txBox="1"/>
          <p:nvPr/>
        </p:nvSpPr>
        <p:spPr>
          <a:xfrm>
            <a:off x="940000" y="20000"/>
            <a:ext cx="2799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404040"/>
                </a:solidFill>
              </a:rPr>
              <a:t>3</a:t>
            </a:r>
            <a:endParaRPr sz="700">
              <a:solidFill>
                <a:srgbClr val="404040"/>
              </a:solidFill>
            </a:endParaRPr>
          </a:p>
        </p:txBody>
      </p:sp>
      <p:sp>
        <p:nvSpPr>
          <p:cNvPr id="158" name="Google Shape;158;p13"/>
          <p:cNvSpPr txBox="1"/>
          <p:nvPr/>
        </p:nvSpPr>
        <p:spPr>
          <a:xfrm>
            <a:off x="1300000" y="20000"/>
            <a:ext cx="2799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404040"/>
                </a:solidFill>
              </a:rPr>
              <a:t>4</a:t>
            </a:r>
            <a:endParaRPr sz="700">
              <a:solidFill>
                <a:srgbClr val="404040"/>
              </a:solidFill>
            </a:endParaRPr>
          </a:p>
        </p:txBody>
      </p:sp>
      <p:sp>
        <p:nvSpPr>
          <p:cNvPr id="159" name="Google Shape;159;p13"/>
          <p:cNvSpPr txBox="1"/>
          <p:nvPr/>
        </p:nvSpPr>
        <p:spPr>
          <a:xfrm>
            <a:off x="1660000" y="20000"/>
            <a:ext cx="2799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404040"/>
                </a:solidFill>
              </a:rPr>
              <a:t>5</a:t>
            </a:r>
            <a:endParaRPr sz="700">
              <a:solidFill>
                <a:srgbClr val="404040"/>
              </a:solidFill>
            </a:endParaRPr>
          </a:p>
        </p:txBody>
      </p:sp>
      <p:sp>
        <p:nvSpPr>
          <p:cNvPr id="160" name="Google Shape;160;p13"/>
          <p:cNvSpPr txBox="1"/>
          <p:nvPr/>
        </p:nvSpPr>
        <p:spPr>
          <a:xfrm>
            <a:off x="2020000" y="20000"/>
            <a:ext cx="2799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404040"/>
                </a:solidFill>
              </a:rPr>
              <a:t>6</a:t>
            </a:r>
            <a:endParaRPr sz="700">
              <a:solidFill>
                <a:srgbClr val="404040"/>
              </a:solidFill>
            </a:endParaRPr>
          </a:p>
        </p:txBody>
      </p:sp>
      <p:sp>
        <p:nvSpPr>
          <p:cNvPr id="161" name="Google Shape;161;p13"/>
          <p:cNvSpPr txBox="1"/>
          <p:nvPr/>
        </p:nvSpPr>
        <p:spPr>
          <a:xfrm>
            <a:off x="2380000" y="20000"/>
            <a:ext cx="2799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404040"/>
                </a:solidFill>
              </a:rPr>
              <a:t>7</a:t>
            </a:r>
            <a:endParaRPr sz="700">
              <a:solidFill>
                <a:srgbClr val="404040"/>
              </a:solidFill>
            </a:endParaRPr>
          </a:p>
        </p:txBody>
      </p:sp>
      <p:sp>
        <p:nvSpPr>
          <p:cNvPr id="162" name="Google Shape;162;p13"/>
          <p:cNvSpPr txBox="1"/>
          <p:nvPr/>
        </p:nvSpPr>
        <p:spPr>
          <a:xfrm>
            <a:off x="2740000" y="20000"/>
            <a:ext cx="2799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404040"/>
                </a:solidFill>
              </a:rPr>
              <a:t>8</a:t>
            </a:r>
            <a:endParaRPr sz="700">
              <a:solidFill>
                <a:srgbClr val="404040"/>
              </a:solidFill>
            </a:endParaRPr>
          </a:p>
        </p:txBody>
      </p:sp>
      <p:sp>
        <p:nvSpPr>
          <p:cNvPr id="163" name="Google Shape;163;p13"/>
          <p:cNvSpPr txBox="1"/>
          <p:nvPr/>
        </p:nvSpPr>
        <p:spPr>
          <a:xfrm>
            <a:off x="3100000" y="20000"/>
            <a:ext cx="2799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404040"/>
                </a:solidFill>
              </a:rPr>
              <a:t>9</a:t>
            </a:r>
            <a:endParaRPr sz="700">
              <a:solidFill>
                <a:srgbClr val="404040"/>
              </a:solidFill>
            </a:endParaRPr>
          </a:p>
        </p:txBody>
      </p:sp>
      <p:sp>
        <p:nvSpPr>
          <p:cNvPr id="164" name="Google Shape;164;p13"/>
          <p:cNvSpPr txBox="1"/>
          <p:nvPr/>
        </p:nvSpPr>
        <p:spPr>
          <a:xfrm>
            <a:off x="3460000" y="20000"/>
            <a:ext cx="2799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404040"/>
                </a:solidFill>
              </a:rPr>
              <a:t>10</a:t>
            </a:r>
            <a:endParaRPr sz="700">
              <a:solidFill>
                <a:srgbClr val="404040"/>
              </a:solidFill>
            </a:endParaRPr>
          </a:p>
        </p:txBody>
      </p:sp>
      <p:sp>
        <p:nvSpPr>
          <p:cNvPr id="165" name="Google Shape;165;p13"/>
          <p:cNvSpPr txBox="1"/>
          <p:nvPr/>
        </p:nvSpPr>
        <p:spPr>
          <a:xfrm>
            <a:off x="3820000" y="20000"/>
            <a:ext cx="2799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404040"/>
                </a:solidFill>
              </a:rPr>
              <a:t>11</a:t>
            </a:r>
            <a:endParaRPr sz="700">
              <a:solidFill>
                <a:srgbClr val="404040"/>
              </a:solidFill>
            </a:endParaRPr>
          </a:p>
        </p:txBody>
      </p:sp>
      <p:sp>
        <p:nvSpPr>
          <p:cNvPr id="166" name="Google Shape;166;p13"/>
          <p:cNvSpPr txBox="1"/>
          <p:nvPr/>
        </p:nvSpPr>
        <p:spPr>
          <a:xfrm>
            <a:off x="4180000" y="20000"/>
            <a:ext cx="2799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404040"/>
                </a:solidFill>
              </a:rPr>
              <a:t>12</a:t>
            </a:r>
            <a:endParaRPr sz="700">
              <a:solidFill>
                <a:srgbClr val="404040"/>
              </a:solidFill>
            </a:endParaRPr>
          </a:p>
        </p:txBody>
      </p:sp>
      <p:sp>
        <p:nvSpPr>
          <p:cNvPr id="167" name="Google Shape;167;p13"/>
          <p:cNvSpPr txBox="1"/>
          <p:nvPr/>
        </p:nvSpPr>
        <p:spPr>
          <a:xfrm>
            <a:off x="4540000" y="20000"/>
            <a:ext cx="2799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404040"/>
                </a:solidFill>
              </a:rPr>
              <a:t>13</a:t>
            </a:r>
            <a:endParaRPr sz="700">
              <a:solidFill>
                <a:srgbClr val="404040"/>
              </a:solidFill>
            </a:endParaRPr>
          </a:p>
        </p:txBody>
      </p:sp>
      <p:sp>
        <p:nvSpPr>
          <p:cNvPr id="168" name="Google Shape;168;p13"/>
          <p:cNvSpPr txBox="1"/>
          <p:nvPr/>
        </p:nvSpPr>
        <p:spPr>
          <a:xfrm>
            <a:off x="4900000" y="20000"/>
            <a:ext cx="2799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404040"/>
                </a:solidFill>
              </a:rPr>
              <a:t>14</a:t>
            </a:r>
            <a:endParaRPr sz="700">
              <a:solidFill>
                <a:srgbClr val="404040"/>
              </a:solidFill>
            </a:endParaRPr>
          </a:p>
        </p:txBody>
      </p:sp>
      <p:sp>
        <p:nvSpPr>
          <p:cNvPr id="169" name="Google Shape;169;p13"/>
          <p:cNvSpPr txBox="1"/>
          <p:nvPr/>
        </p:nvSpPr>
        <p:spPr>
          <a:xfrm>
            <a:off x="5260000" y="20000"/>
            <a:ext cx="2799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404040"/>
                </a:solidFill>
              </a:rPr>
              <a:t>15</a:t>
            </a:r>
            <a:endParaRPr sz="700">
              <a:solidFill>
                <a:srgbClr val="404040"/>
              </a:solidFill>
            </a:endParaRPr>
          </a:p>
        </p:txBody>
      </p:sp>
      <p:sp>
        <p:nvSpPr>
          <p:cNvPr id="170" name="Google Shape;170;p13"/>
          <p:cNvSpPr txBox="1"/>
          <p:nvPr/>
        </p:nvSpPr>
        <p:spPr>
          <a:xfrm>
            <a:off x="5620000" y="20000"/>
            <a:ext cx="2799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404040"/>
                </a:solidFill>
              </a:rPr>
              <a:t>16</a:t>
            </a:r>
            <a:endParaRPr sz="700">
              <a:solidFill>
                <a:srgbClr val="404040"/>
              </a:solidFill>
            </a:endParaRPr>
          </a:p>
        </p:txBody>
      </p:sp>
      <p:sp>
        <p:nvSpPr>
          <p:cNvPr id="171" name="Google Shape;171;p13"/>
          <p:cNvSpPr txBox="1"/>
          <p:nvPr/>
        </p:nvSpPr>
        <p:spPr>
          <a:xfrm>
            <a:off x="5980000" y="20000"/>
            <a:ext cx="2799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404040"/>
                </a:solidFill>
              </a:rPr>
              <a:t>17</a:t>
            </a:r>
            <a:endParaRPr sz="700">
              <a:solidFill>
                <a:srgbClr val="404040"/>
              </a:solidFill>
            </a:endParaRPr>
          </a:p>
        </p:txBody>
      </p:sp>
      <p:sp>
        <p:nvSpPr>
          <p:cNvPr id="172" name="Google Shape;172;p13"/>
          <p:cNvSpPr txBox="1"/>
          <p:nvPr/>
        </p:nvSpPr>
        <p:spPr>
          <a:xfrm>
            <a:off x="6340000" y="20000"/>
            <a:ext cx="2799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404040"/>
                </a:solidFill>
              </a:rPr>
              <a:t>18</a:t>
            </a:r>
            <a:endParaRPr sz="700">
              <a:solidFill>
                <a:srgbClr val="404040"/>
              </a:solidFill>
            </a:endParaRPr>
          </a:p>
        </p:txBody>
      </p:sp>
      <p:sp>
        <p:nvSpPr>
          <p:cNvPr id="173" name="Google Shape;173;p13"/>
          <p:cNvSpPr txBox="1"/>
          <p:nvPr/>
        </p:nvSpPr>
        <p:spPr>
          <a:xfrm>
            <a:off x="6700000" y="20000"/>
            <a:ext cx="2799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404040"/>
                </a:solidFill>
              </a:rPr>
              <a:t>19</a:t>
            </a:r>
            <a:endParaRPr sz="700">
              <a:solidFill>
                <a:srgbClr val="404040"/>
              </a:solidFill>
            </a:endParaRPr>
          </a:p>
        </p:txBody>
      </p:sp>
      <p:sp>
        <p:nvSpPr>
          <p:cNvPr id="174" name="Google Shape;174;p13"/>
          <p:cNvSpPr txBox="1"/>
          <p:nvPr/>
        </p:nvSpPr>
        <p:spPr>
          <a:xfrm>
            <a:off x="7060000" y="20000"/>
            <a:ext cx="2799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404040"/>
                </a:solidFill>
              </a:rPr>
              <a:t>20</a:t>
            </a:r>
            <a:endParaRPr sz="700">
              <a:solidFill>
                <a:srgbClr val="404040"/>
              </a:solidFill>
            </a:endParaRPr>
          </a:p>
        </p:txBody>
      </p:sp>
      <p:sp>
        <p:nvSpPr>
          <p:cNvPr id="175" name="Google Shape;175;p13"/>
          <p:cNvSpPr txBox="1"/>
          <p:nvPr/>
        </p:nvSpPr>
        <p:spPr>
          <a:xfrm>
            <a:off x="20000" y="280000"/>
            <a:ext cx="2499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404040"/>
                </a:solidFill>
              </a:rPr>
              <a:t>1</a:t>
            </a:r>
            <a:endParaRPr sz="700">
              <a:solidFill>
                <a:srgbClr val="404040"/>
              </a:solidFill>
            </a:endParaRPr>
          </a:p>
        </p:txBody>
      </p:sp>
      <p:sp>
        <p:nvSpPr>
          <p:cNvPr id="176" name="Google Shape;176;p13"/>
          <p:cNvSpPr txBox="1"/>
          <p:nvPr/>
        </p:nvSpPr>
        <p:spPr>
          <a:xfrm>
            <a:off x="20000" y="640000"/>
            <a:ext cx="2499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404040"/>
                </a:solidFill>
              </a:rPr>
              <a:t>2</a:t>
            </a:r>
            <a:endParaRPr sz="700">
              <a:solidFill>
                <a:srgbClr val="404040"/>
              </a:solidFill>
            </a:endParaRPr>
          </a:p>
        </p:txBody>
      </p:sp>
      <p:sp>
        <p:nvSpPr>
          <p:cNvPr id="177" name="Google Shape;177;p13"/>
          <p:cNvSpPr txBox="1"/>
          <p:nvPr/>
        </p:nvSpPr>
        <p:spPr>
          <a:xfrm>
            <a:off x="20000" y="1000000"/>
            <a:ext cx="2499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404040"/>
                </a:solidFill>
              </a:rPr>
              <a:t>3</a:t>
            </a:r>
            <a:endParaRPr sz="700">
              <a:solidFill>
                <a:srgbClr val="404040"/>
              </a:solidFill>
            </a:endParaRPr>
          </a:p>
        </p:txBody>
      </p:sp>
      <p:sp>
        <p:nvSpPr>
          <p:cNvPr id="178" name="Google Shape;178;p13"/>
          <p:cNvSpPr txBox="1"/>
          <p:nvPr/>
        </p:nvSpPr>
        <p:spPr>
          <a:xfrm>
            <a:off x="20000" y="1360000"/>
            <a:ext cx="2499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404040"/>
                </a:solidFill>
              </a:rPr>
              <a:t>4</a:t>
            </a:r>
            <a:endParaRPr sz="700">
              <a:solidFill>
                <a:srgbClr val="404040"/>
              </a:solidFill>
            </a:endParaRPr>
          </a:p>
        </p:txBody>
      </p:sp>
      <p:sp>
        <p:nvSpPr>
          <p:cNvPr id="179" name="Google Shape;179;p13"/>
          <p:cNvSpPr txBox="1"/>
          <p:nvPr/>
        </p:nvSpPr>
        <p:spPr>
          <a:xfrm>
            <a:off x="20000" y="1720000"/>
            <a:ext cx="2499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404040"/>
                </a:solidFill>
              </a:rPr>
              <a:t>5</a:t>
            </a:r>
            <a:endParaRPr sz="700">
              <a:solidFill>
                <a:srgbClr val="404040"/>
              </a:solidFill>
            </a:endParaRPr>
          </a:p>
        </p:txBody>
      </p:sp>
      <p:sp>
        <p:nvSpPr>
          <p:cNvPr id="180" name="Google Shape;180;p13"/>
          <p:cNvSpPr txBox="1"/>
          <p:nvPr/>
        </p:nvSpPr>
        <p:spPr>
          <a:xfrm>
            <a:off x="20000" y="2080000"/>
            <a:ext cx="2499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404040"/>
                </a:solidFill>
              </a:rPr>
              <a:t>6</a:t>
            </a:r>
            <a:endParaRPr sz="700">
              <a:solidFill>
                <a:srgbClr val="404040"/>
              </a:solidFill>
            </a:endParaRPr>
          </a:p>
        </p:txBody>
      </p:sp>
      <p:sp>
        <p:nvSpPr>
          <p:cNvPr id="181" name="Google Shape;181;p13"/>
          <p:cNvSpPr txBox="1"/>
          <p:nvPr/>
        </p:nvSpPr>
        <p:spPr>
          <a:xfrm>
            <a:off x="20000" y="2440000"/>
            <a:ext cx="2499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404040"/>
                </a:solidFill>
              </a:rPr>
              <a:t>7</a:t>
            </a:r>
            <a:endParaRPr sz="700">
              <a:solidFill>
                <a:srgbClr val="404040"/>
              </a:solidFill>
            </a:endParaRPr>
          </a:p>
        </p:txBody>
      </p:sp>
      <p:sp>
        <p:nvSpPr>
          <p:cNvPr id="182" name="Google Shape;182;p13"/>
          <p:cNvSpPr txBox="1"/>
          <p:nvPr/>
        </p:nvSpPr>
        <p:spPr>
          <a:xfrm>
            <a:off x="20000" y="2800000"/>
            <a:ext cx="2499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404040"/>
                </a:solidFill>
              </a:rPr>
              <a:t>8</a:t>
            </a:r>
            <a:endParaRPr sz="700">
              <a:solidFill>
                <a:srgbClr val="404040"/>
              </a:solidFill>
            </a:endParaRPr>
          </a:p>
        </p:txBody>
      </p:sp>
      <p:sp>
        <p:nvSpPr>
          <p:cNvPr id="183" name="Google Shape;183;p13"/>
          <p:cNvSpPr txBox="1"/>
          <p:nvPr/>
        </p:nvSpPr>
        <p:spPr>
          <a:xfrm>
            <a:off x="20000" y="3160000"/>
            <a:ext cx="2499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404040"/>
                </a:solidFill>
              </a:rPr>
              <a:t>9</a:t>
            </a:r>
            <a:endParaRPr sz="700">
              <a:solidFill>
                <a:srgbClr val="404040"/>
              </a:solidFill>
            </a:endParaRPr>
          </a:p>
        </p:txBody>
      </p:sp>
      <p:sp>
        <p:nvSpPr>
          <p:cNvPr id="184" name="Google Shape;184;p13"/>
          <p:cNvSpPr txBox="1"/>
          <p:nvPr/>
        </p:nvSpPr>
        <p:spPr>
          <a:xfrm>
            <a:off x="20000" y="3520000"/>
            <a:ext cx="2499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404040"/>
                </a:solidFill>
              </a:rPr>
              <a:t>10</a:t>
            </a:r>
            <a:endParaRPr sz="700">
              <a:solidFill>
                <a:srgbClr val="404040"/>
              </a:solidFill>
            </a:endParaRPr>
          </a:p>
        </p:txBody>
      </p:sp>
      <p:sp>
        <p:nvSpPr>
          <p:cNvPr id="185" name="Google Shape;185;p13"/>
          <p:cNvSpPr txBox="1"/>
          <p:nvPr/>
        </p:nvSpPr>
        <p:spPr>
          <a:xfrm>
            <a:off x="20000" y="3880000"/>
            <a:ext cx="2499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404040"/>
                </a:solidFill>
              </a:rPr>
              <a:t>11</a:t>
            </a:r>
            <a:endParaRPr sz="700">
              <a:solidFill>
                <a:srgbClr val="404040"/>
              </a:solidFill>
            </a:endParaRPr>
          </a:p>
        </p:txBody>
      </p:sp>
      <p:sp>
        <p:nvSpPr>
          <p:cNvPr id="186" name="Google Shape;186;p13"/>
          <p:cNvSpPr txBox="1"/>
          <p:nvPr/>
        </p:nvSpPr>
        <p:spPr>
          <a:xfrm>
            <a:off x="20000" y="4240000"/>
            <a:ext cx="2499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404040"/>
                </a:solidFill>
              </a:rPr>
              <a:t>12</a:t>
            </a:r>
            <a:endParaRPr sz="700">
              <a:solidFill>
                <a:srgbClr val="404040"/>
              </a:solidFill>
            </a:endParaRPr>
          </a:p>
        </p:txBody>
      </p:sp>
      <p:sp>
        <p:nvSpPr>
          <p:cNvPr id="187" name="Google Shape;187;p13"/>
          <p:cNvSpPr txBox="1"/>
          <p:nvPr/>
        </p:nvSpPr>
        <p:spPr>
          <a:xfrm>
            <a:off x="20000" y="4600000"/>
            <a:ext cx="2499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404040"/>
                </a:solidFill>
              </a:rPr>
              <a:t>13</a:t>
            </a:r>
            <a:endParaRPr sz="700">
              <a:solidFill>
                <a:srgbClr val="404040"/>
              </a:solidFill>
            </a:endParaRPr>
          </a:p>
        </p:txBody>
      </p:sp>
      <p:sp>
        <p:nvSpPr>
          <p:cNvPr id="188" name="Google Shape;188;p13"/>
          <p:cNvSpPr txBox="1"/>
          <p:nvPr/>
        </p:nvSpPr>
        <p:spPr>
          <a:xfrm>
            <a:off x="20000" y="4960000"/>
            <a:ext cx="2499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404040"/>
                </a:solidFill>
              </a:rPr>
              <a:t>14</a:t>
            </a:r>
            <a:endParaRPr sz="700">
              <a:solidFill>
                <a:srgbClr val="404040"/>
              </a:solidFill>
            </a:endParaRPr>
          </a:p>
        </p:txBody>
      </p:sp>
      <p:sp>
        <p:nvSpPr>
          <p:cNvPr id="189" name="Google Shape;189;p13"/>
          <p:cNvSpPr txBox="1"/>
          <p:nvPr/>
        </p:nvSpPr>
        <p:spPr>
          <a:xfrm>
            <a:off x="20000" y="5320000"/>
            <a:ext cx="2499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404040"/>
                </a:solidFill>
              </a:rPr>
              <a:t>15</a:t>
            </a:r>
            <a:endParaRPr sz="700">
              <a:solidFill>
                <a:srgbClr val="404040"/>
              </a:solidFill>
            </a:endParaRPr>
          </a:p>
        </p:txBody>
      </p:sp>
      <p:sp>
        <p:nvSpPr>
          <p:cNvPr id="190" name="Google Shape;190;p13"/>
          <p:cNvSpPr txBox="1"/>
          <p:nvPr/>
        </p:nvSpPr>
        <p:spPr>
          <a:xfrm>
            <a:off x="20000" y="5680000"/>
            <a:ext cx="2499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404040"/>
                </a:solidFill>
              </a:rPr>
              <a:t>16</a:t>
            </a:r>
            <a:endParaRPr sz="700">
              <a:solidFill>
                <a:srgbClr val="404040"/>
              </a:solidFill>
            </a:endParaRPr>
          </a:p>
        </p:txBody>
      </p:sp>
      <p:sp>
        <p:nvSpPr>
          <p:cNvPr id="191" name="Google Shape;191;p13"/>
          <p:cNvSpPr txBox="1"/>
          <p:nvPr/>
        </p:nvSpPr>
        <p:spPr>
          <a:xfrm>
            <a:off x="20000" y="6040000"/>
            <a:ext cx="2499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404040"/>
                </a:solidFill>
              </a:rPr>
              <a:t>17</a:t>
            </a:r>
            <a:endParaRPr sz="700">
              <a:solidFill>
                <a:srgbClr val="404040"/>
              </a:solidFill>
            </a:endParaRPr>
          </a:p>
        </p:txBody>
      </p:sp>
      <p:sp>
        <p:nvSpPr>
          <p:cNvPr id="192" name="Google Shape;192;p13"/>
          <p:cNvSpPr txBox="1"/>
          <p:nvPr/>
        </p:nvSpPr>
        <p:spPr>
          <a:xfrm>
            <a:off x="20000" y="6400000"/>
            <a:ext cx="2499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404040"/>
                </a:solidFill>
              </a:rPr>
              <a:t>18</a:t>
            </a:r>
            <a:endParaRPr sz="700">
              <a:solidFill>
                <a:srgbClr val="404040"/>
              </a:solidFill>
            </a:endParaRPr>
          </a:p>
        </p:txBody>
      </p:sp>
      <p:sp>
        <p:nvSpPr>
          <p:cNvPr id="193" name="Google Shape;193;p13"/>
          <p:cNvSpPr txBox="1"/>
          <p:nvPr/>
        </p:nvSpPr>
        <p:spPr>
          <a:xfrm>
            <a:off x="20000" y="6760000"/>
            <a:ext cx="2499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404040"/>
                </a:solidFill>
              </a:rPr>
              <a:t>19</a:t>
            </a:r>
            <a:endParaRPr sz="700">
              <a:solidFill>
                <a:srgbClr val="404040"/>
              </a:solidFill>
            </a:endParaRPr>
          </a:p>
        </p:txBody>
      </p:sp>
      <p:sp>
        <p:nvSpPr>
          <p:cNvPr id="194" name="Google Shape;194;p13"/>
          <p:cNvSpPr txBox="1"/>
          <p:nvPr/>
        </p:nvSpPr>
        <p:spPr>
          <a:xfrm>
            <a:off x="20000" y="7120000"/>
            <a:ext cx="2499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404040"/>
                </a:solidFill>
              </a:rPr>
              <a:t>20</a:t>
            </a:r>
            <a:endParaRPr sz="700">
              <a:solidFill>
                <a:srgbClr val="404040"/>
              </a:solidFill>
            </a:endParaRPr>
          </a:p>
        </p:txBody>
      </p:sp>
      <p:sp>
        <p:nvSpPr>
          <p:cNvPr id="195" name="Google Shape;195;p13"/>
          <p:cNvSpPr txBox="1"/>
          <p:nvPr/>
        </p:nvSpPr>
        <p:spPr>
          <a:xfrm>
            <a:off x="20000" y="7480000"/>
            <a:ext cx="2499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404040"/>
                </a:solidFill>
              </a:rPr>
              <a:t>21</a:t>
            </a:r>
            <a:endParaRPr sz="700">
              <a:solidFill>
                <a:srgbClr val="404040"/>
              </a:solidFill>
            </a:endParaRPr>
          </a:p>
        </p:txBody>
      </p:sp>
      <p:sp>
        <p:nvSpPr>
          <p:cNvPr id="196" name="Google Shape;196;p13"/>
          <p:cNvSpPr txBox="1"/>
          <p:nvPr/>
        </p:nvSpPr>
        <p:spPr>
          <a:xfrm>
            <a:off x="20000" y="7840000"/>
            <a:ext cx="2499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404040"/>
                </a:solidFill>
              </a:rPr>
              <a:t>22</a:t>
            </a:r>
            <a:endParaRPr sz="700">
              <a:solidFill>
                <a:srgbClr val="404040"/>
              </a:solidFill>
            </a:endParaRPr>
          </a:p>
        </p:txBody>
      </p:sp>
      <p:sp>
        <p:nvSpPr>
          <p:cNvPr id="197" name="Google Shape;197;p13"/>
          <p:cNvSpPr txBox="1"/>
          <p:nvPr/>
        </p:nvSpPr>
        <p:spPr>
          <a:xfrm>
            <a:off x="20000" y="8200000"/>
            <a:ext cx="2499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404040"/>
                </a:solidFill>
              </a:rPr>
              <a:t>23</a:t>
            </a:r>
            <a:endParaRPr sz="700">
              <a:solidFill>
                <a:srgbClr val="404040"/>
              </a:solidFill>
            </a:endParaRPr>
          </a:p>
        </p:txBody>
      </p:sp>
      <p:sp>
        <p:nvSpPr>
          <p:cNvPr id="198" name="Google Shape;198;p13"/>
          <p:cNvSpPr txBox="1"/>
          <p:nvPr/>
        </p:nvSpPr>
        <p:spPr>
          <a:xfrm>
            <a:off x="20000" y="8560000"/>
            <a:ext cx="2499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404040"/>
                </a:solidFill>
              </a:rPr>
              <a:t>24</a:t>
            </a:r>
            <a:endParaRPr sz="700">
              <a:solidFill>
                <a:srgbClr val="404040"/>
              </a:solidFill>
            </a:endParaRPr>
          </a:p>
        </p:txBody>
      </p:sp>
      <p:sp>
        <p:nvSpPr>
          <p:cNvPr id="199" name="Google Shape;199;p13"/>
          <p:cNvSpPr txBox="1"/>
          <p:nvPr/>
        </p:nvSpPr>
        <p:spPr>
          <a:xfrm>
            <a:off x="20000" y="8920000"/>
            <a:ext cx="2499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404040"/>
                </a:solidFill>
              </a:rPr>
              <a:t>25</a:t>
            </a:r>
            <a:endParaRPr sz="700">
              <a:solidFill>
                <a:srgbClr val="404040"/>
              </a:solidFill>
            </a:endParaRPr>
          </a:p>
        </p:txBody>
      </p:sp>
      <p:sp>
        <p:nvSpPr>
          <p:cNvPr id="200" name="Google Shape;200;p13"/>
          <p:cNvSpPr txBox="1"/>
          <p:nvPr/>
        </p:nvSpPr>
        <p:spPr>
          <a:xfrm>
            <a:off x="20000" y="9280000"/>
            <a:ext cx="2499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404040"/>
                </a:solidFill>
              </a:rPr>
              <a:t>26</a:t>
            </a:r>
            <a:endParaRPr sz="700">
              <a:solidFill>
                <a:srgbClr val="404040"/>
              </a:solidFill>
            </a:endParaRPr>
          </a:p>
        </p:txBody>
      </p:sp>
      <p:sp>
        <p:nvSpPr>
          <p:cNvPr id="201" name="Google Shape;201;p13"/>
          <p:cNvSpPr txBox="1"/>
          <p:nvPr/>
        </p:nvSpPr>
        <p:spPr>
          <a:xfrm>
            <a:off x="20000" y="9640000"/>
            <a:ext cx="2499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404040"/>
                </a:solidFill>
              </a:rPr>
              <a:t>27</a:t>
            </a:r>
            <a:endParaRPr sz="700">
              <a:solidFill>
                <a:srgbClr val="404040"/>
              </a:solidFill>
            </a:endParaRPr>
          </a:p>
        </p:txBody>
      </p:sp>
      <p:sp>
        <p:nvSpPr>
          <p:cNvPr id="202" name="Google Shape;202;p13"/>
          <p:cNvSpPr txBox="1"/>
          <p:nvPr/>
        </p:nvSpPr>
        <p:spPr>
          <a:xfrm>
            <a:off x="20000" y="10000000"/>
            <a:ext cx="2499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404040"/>
                </a:solidFill>
              </a:rPr>
              <a:t>28</a:t>
            </a:r>
            <a:endParaRPr sz="700">
              <a:solidFill>
                <a:srgbClr val="404040"/>
              </a:solidFill>
            </a:endParaRPr>
          </a:p>
        </p:txBody>
      </p:sp>
      <p:sp>
        <p:nvSpPr>
          <p:cNvPr id="203" name="Google Shape;203;p13"/>
          <p:cNvSpPr txBox="1"/>
          <p:nvPr/>
        </p:nvSpPr>
        <p:spPr>
          <a:xfrm>
            <a:off x="20000" y="10360000"/>
            <a:ext cx="2499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404040"/>
                </a:solidFill>
              </a:rPr>
              <a:t>29</a:t>
            </a:r>
            <a:endParaRPr sz="700">
              <a:solidFill>
                <a:srgbClr val="404040"/>
              </a:solidFill>
            </a:endParaRPr>
          </a:p>
        </p:txBody>
      </p:sp>
      <p:cxnSp>
        <p:nvCxnSpPr>
          <p:cNvPr id="204" name="Google Shape;204;p13"/>
          <p:cNvCxnSpPr/>
          <p:nvPr/>
        </p:nvCxnSpPr>
        <p:spPr>
          <a:xfrm>
            <a:off x="540000" y="0"/>
            <a:ext cx="0" cy="10692000"/>
          </a:xfrm>
          <a:prstGeom prst="straightConnector1">
            <a:avLst/>
          </a:prstGeom>
          <a:noFill/>
          <a:ln cap="flat" cmpd="sng" w="19050">
            <a:solidFill>
              <a:srgbClr val="262626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05" name="Google Shape;205;p13"/>
          <p:cNvCxnSpPr/>
          <p:nvPr/>
        </p:nvCxnSpPr>
        <p:spPr>
          <a:xfrm>
            <a:off x="720000" y="0"/>
            <a:ext cx="0" cy="10692000"/>
          </a:xfrm>
          <a:prstGeom prst="straightConnector1">
            <a:avLst/>
          </a:prstGeom>
          <a:noFill/>
          <a:ln cap="flat" cmpd="sng" w="19050">
            <a:solidFill>
              <a:srgbClr val="262626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06" name="Google Shape;206;p13"/>
          <p:cNvCxnSpPr/>
          <p:nvPr/>
        </p:nvCxnSpPr>
        <p:spPr>
          <a:xfrm>
            <a:off x="900000" y="0"/>
            <a:ext cx="0" cy="10692000"/>
          </a:xfrm>
          <a:prstGeom prst="straightConnector1">
            <a:avLst/>
          </a:prstGeom>
          <a:noFill/>
          <a:ln cap="flat" cmpd="sng" w="19050">
            <a:solidFill>
              <a:srgbClr val="262626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